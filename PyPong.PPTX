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61" r:id="rId5"/>
    <p:sldId id="259" r:id="rId6"/>
    <p:sldId id="260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9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491AD-F1C2-4D45-8AF9-962ADC421416}" type="datetimeFigureOut">
              <a:rPr lang="ru-RU" smtClean="0"/>
              <a:t>25.01.2022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E587E-CCBC-4848-BB07-211C9B3B0F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5415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491AD-F1C2-4D45-8AF9-962ADC421416}" type="datetimeFigureOut">
              <a:rPr lang="ru-RU" smtClean="0"/>
              <a:t>25.01.2022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E587E-CCBC-4848-BB07-211C9B3B0F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1704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491AD-F1C2-4D45-8AF9-962ADC421416}" type="datetimeFigureOut">
              <a:rPr lang="ru-RU" smtClean="0"/>
              <a:t>25.01.2022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E587E-CCBC-4848-BB07-211C9B3B0F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1497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491AD-F1C2-4D45-8AF9-962ADC421416}" type="datetimeFigureOut">
              <a:rPr lang="ru-RU" smtClean="0"/>
              <a:t>25.01.2022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E587E-CCBC-4848-BB07-211C9B3B0F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2666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491AD-F1C2-4D45-8AF9-962ADC421416}" type="datetimeFigureOut">
              <a:rPr lang="ru-RU" smtClean="0"/>
              <a:t>25.01.2022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E587E-CCBC-4848-BB07-211C9B3B0F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8441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491AD-F1C2-4D45-8AF9-962ADC421416}" type="datetimeFigureOut">
              <a:rPr lang="ru-RU" smtClean="0"/>
              <a:t>25.01.2022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E587E-CCBC-4848-BB07-211C9B3B0F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9425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491AD-F1C2-4D45-8AF9-962ADC421416}" type="datetimeFigureOut">
              <a:rPr lang="ru-RU" smtClean="0"/>
              <a:t>25.01.2022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E587E-CCBC-4848-BB07-211C9B3B0F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5767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491AD-F1C2-4D45-8AF9-962ADC421416}" type="datetimeFigureOut">
              <a:rPr lang="ru-RU" smtClean="0"/>
              <a:t>25.01.2022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E587E-CCBC-4848-BB07-211C9B3B0F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5869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491AD-F1C2-4D45-8AF9-962ADC421416}" type="datetimeFigureOut">
              <a:rPr lang="ru-RU" smtClean="0"/>
              <a:t>25.01.2022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E587E-CCBC-4848-BB07-211C9B3B0F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9013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491AD-F1C2-4D45-8AF9-962ADC421416}" type="datetimeFigureOut">
              <a:rPr lang="ru-RU" smtClean="0"/>
              <a:t>25.01.2022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E587E-CCBC-4848-BB07-211C9B3B0F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80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491AD-F1C2-4D45-8AF9-962ADC421416}" type="datetimeFigureOut">
              <a:rPr lang="ru-RU" smtClean="0"/>
              <a:t>25.01.2022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E587E-CCBC-4848-BB07-211C9B3B0F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2326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6491AD-F1C2-4D45-8AF9-962ADC421416}" type="datetimeFigureOut">
              <a:rPr lang="ru-RU" smtClean="0"/>
              <a:t>25.01.2022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E587E-CCBC-4848-BB07-211C9B3B0F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2017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PyPong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9777046" y="5826492"/>
            <a:ext cx="2414954" cy="1031508"/>
          </a:xfrm>
        </p:spPr>
        <p:txBody>
          <a:bodyPr>
            <a:normAutofit fontScale="85000" lnSpcReduction="20000"/>
          </a:bodyPr>
          <a:lstStyle/>
          <a:p>
            <a:r>
              <a:rPr lang="ru-RU" dirty="0" smtClean="0"/>
              <a:t>Авторы:</a:t>
            </a:r>
          </a:p>
          <a:p>
            <a:r>
              <a:rPr lang="ru-RU" dirty="0" smtClean="0"/>
              <a:t> Губа Никита</a:t>
            </a:r>
          </a:p>
          <a:p>
            <a:r>
              <a:rPr lang="ru-RU" dirty="0" smtClean="0"/>
              <a:t>Малышенко Сережа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28911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Суть нашей игры очень просто – нужно просто отбивать мячик</a:t>
            </a:r>
            <a:r>
              <a:rPr lang="en-US" dirty="0" smtClean="0"/>
              <a:t>.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47059" y="1825625"/>
            <a:ext cx="549788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132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35036"/>
            <a:ext cx="4944332" cy="388217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8981" y="3484815"/>
            <a:ext cx="4410039" cy="3229759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8980" y="-1"/>
            <a:ext cx="4410039" cy="3484817"/>
          </a:xfrm>
          <a:prstGeom prst="rect">
            <a:avLst/>
          </a:prstGeom>
        </p:spPr>
      </p:pic>
      <p:cxnSp>
        <p:nvCxnSpPr>
          <p:cNvPr id="8" name="Прямая со стрелкой 7"/>
          <p:cNvCxnSpPr/>
          <p:nvPr/>
        </p:nvCxnSpPr>
        <p:spPr>
          <a:xfrm flipV="1">
            <a:off x="1011115" y="1690688"/>
            <a:ext cx="5487865" cy="130748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/>
          <p:cNvCxnSpPr/>
          <p:nvPr/>
        </p:nvCxnSpPr>
        <p:spPr>
          <a:xfrm>
            <a:off x="2716823" y="3314700"/>
            <a:ext cx="3955072" cy="137160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7765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5687" y="1547446"/>
            <a:ext cx="6206744" cy="46452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18946" y="606669"/>
            <a:ext cx="48445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/>
              <a:t>Экран окончания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678675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2775" y="3379397"/>
            <a:ext cx="5639587" cy="20862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49940" y="739302"/>
            <a:ext cx="91050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При прохождении уровней вы будете получать очки</a:t>
            </a:r>
            <a:r>
              <a:rPr lang="en-US" dirty="0" smtClean="0"/>
              <a:t>, </a:t>
            </a:r>
            <a:r>
              <a:rPr lang="ru-RU" dirty="0" smtClean="0"/>
              <a:t>и при записи своего имени вы появитесь в таблице лидеров</a:t>
            </a:r>
            <a:r>
              <a:rPr lang="en-US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14850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5125" y="571500"/>
            <a:ext cx="947810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Доработки</a:t>
            </a:r>
          </a:p>
          <a:p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     Не локальный топ рекордов</a:t>
            </a:r>
          </a:p>
          <a:p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 </a:t>
            </a:r>
            <a:r>
              <a:rPr lang="ru-RU" dirty="0" smtClean="0"/>
              <a:t>    Хороший БГ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 </a:t>
            </a:r>
            <a:r>
              <a:rPr lang="ru-RU" dirty="0" smtClean="0"/>
              <a:t>    Проработанная </a:t>
            </a:r>
            <a:r>
              <a:rPr lang="ru-RU" dirty="0" err="1" smtClean="0"/>
              <a:t>ритмовка</a:t>
            </a:r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5646625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</TotalTime>
  <Words>52</Words>
  <Application>Microsoft Office PowerPoint</Application>
  <PresentationFormat>Широкоэкранный</PresentationFormat>
  <Paragraphs>18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Тема Office</vt:lpstr>
      <vt:lpstr>PyPong</vt:lpstr>
      <vt:lpstr>Суть нашей игры очень просто – нужно просто отбивать мячик.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PyPong</dc:title>
  <dc:creator>Учетная запись Майкрософт</dc:creator>
  <cp:lastModifiedBy>Учетная запись Майкрософт</cp:lastModifiedBy>
  <cp:revision>8</cp:revision>
  <dcterms:created xsi:type="dcterms:W3CDTF">2022-01-24T20:57:38Z</dcterms:created>
  <dcterms:modified xsi:type="dcterms:W3CDTF">2022-01-25T17:58:37Z</dcterms:modified>
</cp:coreProperties>
</file>